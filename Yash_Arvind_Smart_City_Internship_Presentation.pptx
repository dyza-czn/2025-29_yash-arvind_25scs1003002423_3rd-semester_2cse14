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457200"/>
            <a:ext cx="1188720" cy="12618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7830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2A4E"/>
                </a:solidFill>
                <a:latin typeface="Arial"/>
              </a:defRPr>
            </a:pPr>
            <a:r>
              <a:t>IILM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3269B4"/>
                </a:solidFill>
                <a:latin typeface="Arial"/>
              </a:defRPr>
            </a:pPr>
            <a:r>
              <a:t>SMART CITY TRAFFIC PATTERN</a:t>
            </a:r>
            <a:br/>
            <a:r>
              <a:t>FORECASTING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6616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323A"/>
                </a:solidFill>
                <a:latin typeface="Arial"/>
              </a:defRPr>
            </a:pPr>
            <a:r>
              <a:t>Student Name: YASH ARVIND</a:t>
            </a:r>
            <a:br/>
            <a:r>
              <a:t>Enrollment Number: 25SCS1003002423</a:t>
            </a:r>
            <a:br/>
            <a:r>
              <a:t>Program &amp; Semester: B.Tech CSE (AIML) — 2nd Year, 3rd Semester</a:t>
            </a:r>
            <a:br/>
            <a:r>
              <a:t>Organization Name: Codec Technologies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155448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64008" cy="155448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44475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38528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Codec Technologies Pvt. Ltd.</a:t>
            </a:r>
            <a:br/>
            <a:r>
              <a:t>Artificial Intelligence Intern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383280" cy="155448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64008" cy="155448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4475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38528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20 July 2026 – 20 August 2026</a:t>
            </a:r>
            <a:br/>
            <a:r>
              <a:t>1 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383280" cy="155448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64008" cy="155448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44475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38528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Pan India, Hybrid</a:t>
            </a:r>
            <a:br/>
            <a:r>
              <a:t>Assigned project head(s)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46120"/>
            <a:ext cx="5212080" cy="192024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64008" cy="192024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4107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Internship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04487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Foundational Artificial Intelligence and Machine Learning learning followed by practical project implementation.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46120"/>
            <a:ext cx="5212080" cy="192024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246120"/>
            <a:ext cx="64008" cy="192024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4107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Selected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04487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Smart City Traffic Pattern Forecasting using historical traffic observations and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Organization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323A"/>
                </a:solidFill>
                <a:latin typeface="Arial"/>
              </a:defRPr>
            </a:pPr>
            <a:r>
              <a:t>•  Codec Technologies Pvt. Ltd. provided the one-month Artificial Intelligence internship.</a:t>
            </a:r>
            <a:br/>
            <a:r>
              <a:t>•  The offer letter describes the organization as an IT and business consultancy platform operating across multiple countries.</a:t>
            </a:r>
            <a:br/>
            <a:r>
              <a:t>•  Designation: Artificial Intelligence Intern.</a:t>
            </a:r>
            <a:br/>
            <a:r>
              <a:t>•  Internship mode: Pan India, Hybrid.</a:t>
            </a:r>
            <a:br/>
            <a:r>
              <a:t>•  Reporting: Assigned Project Head(s).</a:t>
            </a:r>
            <a:br/>
            <a:r>
              <a:t>•  Program Manager named on the completion certificate: Dr. Anurag Shrivastava.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Project 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1874519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64008" cy="1874519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4904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84248"/>
            <a:ext cx="484632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Traffic volume varies by hour, day, and junction. Manual estimation from historical records becomes difficult as data grows.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57800" cy="1874519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64008" cy="1874519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4904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Proposed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84248"/>
            <a:ext cx="484632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Use historical traffic observations and timestamp-derived features to train a regression model that forecasts vehicle 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10744200" cy="141732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64008" cy="1417320"/>
          </a:xfrm>
          <a:prstGeom prst="rect">
            <a:avLst/>
          </a:prstGeom>
          <a:solidFill>
            <a:srgbClr val="2C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73075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Prediction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245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Junction + DateTime-derived features  →  Predicted Number of Vehicles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744200" cy="658368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64008" cy="658368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" y="527608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rPr dirty="0"/>
              <a:t>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" y="5687567"/>
            <a:ext cx="103555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rPr dirty="0"/>
              <a:t>48,120 training records • 11,808 test records • 4 junctions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Objectives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323A"/>
                </a:solidFill>
                <a:latin typeface="Arial"/>
              </a:defRPr>
            </a:pPr>
            <a:r>
              <a:t>•  Understand and prepare the supplied traffic dataset.</a:t>
            </a:r>
            <a:br/>
            <a:r>
              <a:t>•  Extract useful temporal information from DateTime.</a:t>
            </a:r>
            <a:br/>
            <a:r>
              <a:t>•  Create calendar and cyclical time features and encode junction information.</a:t>
            </a:r>
            <a:br/>
            <a:r>
              <a:t>•  Compare regression algorithms using MAE, RMSE, and R².</a:t>
            </a:r>
            <a:br/>
            <a:r>
              <a:t>•  Select the best-performing model and generate test predictions.</a:t>
            </a:r>
            <a:br/>
            <a:r>
              <a:t>•  Document the implementation, results, limitations, and future improvements.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Dataset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438912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64008" cy="438912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99032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Training: 48,120 records</a:t>
            </a:r>
            <a:br/>
            <a:r>
              <a:t>Test: 11,808 records</a:t>
            </a:r>
            <a:br/>
            <a:br/>
            <a:r>
              <a:t>Fields:</a:t>
            </a:r>
            <a:br/>
            <a:r>
              <a:t>DateTime</a:t>
            </a:r>
            <a:br/>
            <a:r>
              <a:t>Junction</a:t>
            </a:r>
            <a:br/>
            <a:r>
              <a:t>Vehicles</a:t>
            </a:r>
            <a:br/>
            <a:r>
              <a:t>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438912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64008" cy="438912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399032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Calendar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92808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Year</a:t>
            </a:r>
            <a:br/>
            <a:r>
              <a:t>Month</a:t>
            </a:r>
            <a:br/>
            <a:r>
              <a:t>Day</a:t>
            </a:r>
            <a:br/>
            <a:r>
              <a:t>Hour</a:t>
            </a:r>
            <a:br/>
            <a:r>
              <a:t>Day of week</a:t>
            </a:r>
            <a:br/>
            <a:r>
              <a:t>Week of year</a:t>
            </a:r>
            <a:br/>
            <a:r>
              <a:t>Day of year</a:t>
            </a:r>
            <a:br/>
            <a:r>
              <a:t>Weekend indicator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474720" cy="438912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64008" cy="438912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399032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Cyclical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92808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Hour sine / cosine</a:t>
            </a:r>
            <a:br/>
            <a:r>
              <a:t>Day-of-week sine / cosine</a:t>
            </a:r>
            <a:br/>
            <a:br/>
            <a:r>
              <a:t>These represent repeating daily and weekly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97280"/>
            <a:ext cx="827532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23A"/>
                </a:solidFill>
                <a:latin typeface="Arial"/>
              </a:defRPr>
            </a:pPr>
            <a:r>
              <a:t>•  Data preparation — load training and test data and parse DateTime.</a:t>
            </a:r>
            <a:br/>
            <a:r>
              <a:t>•  Feature engineering — derive calendar, weekend, and cyclical time features.</a:t>
            </a:r>
            <a:br/>
            <a:r>
              <a:t>•  Preprocessing — encode Junction and apply a consistent ML pipeline.</a:t>
            </a:r>
            <a:br/>
            <a:r>
              <a:t>•  Model training — Linear Regression, Gradient Boosting, and Random Forest.</a:t>
            </a:r>
            <a:br/>
            <a:r>
              <a:t>•  Validation — final 30 days of training data used as chronological validation.</a:t>
            </a:r>
            <a:br/>
            <a:r>
              <a:t>•  Evaluation — compare MAE, RMSE, and R², then select the best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371600"/>
          <a:ext cx="10332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4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4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0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3.7753</a:t>
                      </a:r>
                    </a:p>
                  </a:txBody>
                  <a:tcPr>
                    <a:solidFill>
                      <a:srgbClr val="F0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6.5125</a:t>
                      </a:r>
                    </a:p>
                  </a:txBody>
                  <a:tcPr>
                    <a:solidFill>
                      <a:srgbClr val="F0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0.9514</a:t>
                      </a:r>
                    </a:p>
                  </a:txBody>
                  <a:tcPr>
                    <a:solidFill>
                      <a:srgbClr val="F0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6.4846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10.4628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0.8745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10.2147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15.6203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323A"/>
                          </a:solidFill>
                          <a:latin typeface="Arial"/>
                        </a:defRPr>
                      </a:pPr>
                      <a:r>
                        <a:t>0.7203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297680"/>
            <a:ext cx="10332720" cy="105156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64008" cy="1051560"/>
          </a:xfrm>
          <a:prstGeom prst="rect">
            <a:avLst/>
          </a:prstGeom>
          <a:solidFill>
            <a:srgbClr val="2C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462272"/>
            <a:ext cx="9921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Selected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56048"/>
            <a:ext cx="992124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Random Forest Regression — strongest validation performance across all three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Performance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394960" cy="3371850"/>
          </a:xfrm>
          <a:prstGeom prst="rect">
            <a:avLst/>
          </a:prstGeom>
        </p:spPr>
      </p:pic>
      <p:pic>
        <p:nvPicPr>
          <p:cNvPr id="8" name="Picture 7" descr="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960" y="613590"/>
            <a:ext cx="5394960" cy="46242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5349240"/>
            <a:ext cx="10287000" cy="713232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5349240"/>
            <a:ext cx="64008" cy="713232"/>
          </a:xfrm>
          <a:prstGeom prst="rect">
            <a:avLst/>
          </a:prstGeom>
          <a:solidFill>
            <a:srgbClr val="2C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5860" y="5330951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rPr dirty="0"/>
              <a:t>Key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5860" y="5669280"/>
            <a:ext cx="985266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rPr dirty="0"/>
              <a:t>Random Forest: MAE 3.7753  |  RMSE 6.5125  |  R² 0.9514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Implementation &amp;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323A"/>
                </a:solidFill>
                <a:latin typeface="Arial"/>
              </a:defRPr>
            </a:pPr>
            <a:r>
              <a:t>•  Implemented in Python using Pandas, NumPy, Scikit-learn, and Matplotlib.</a:t>
            </a:r>
            <a:br/>
            <a:r>
              <a:t>•  Time-based and categorical features are processed through a unified pipeline.</a:t>
            </a:r>
            <a:br/>
            <a:r>
              <a:t>•  Random Forest was retrained on the complete training dataset after validation.</a:t>
            </a:r>
            <a:br/>
            <a:r>
              <a:t>•  Predictions were generated for all 11,808 test records.</a:t>
            </a:r>
            <a:br/>
            <a:r>
              <a:t>•  Code, results, visualizations, and prediction output are maintained in GitHub.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69B4"/>
                </a:solidFill>
                <a:latin typeface="Arial"/>
              </a:defRPr>
            </a:pPr>
            <a:r>
              <a:t>github.com/Dyza-CZN/Smart-City-Traffic-Forecasting--UpskillCampus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Learnings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257800" cy="448056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44805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99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Key Learnings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92808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• Data preprocessing</a:t>
            </a:r>
            <a:br/>
            <a:r>
              <a:t>• Time-based feature engineering</a:t>
            </a:r>
            <a:br/>
            <a:r>
              <a:t>• Regression models</a:t>
            </a:r>
            <a:br/>
            <a:r>
              <a:t>• Model evaluation</a:t>
            </a:r>
            <a:br/>
            <a:r>
              <a:t>• Chronological validation</a:t>
            </a:r>
            <a:br/>
            <a:r>
              <a:t>• End-to-end ML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57800" cy="4480560"/>
          </a:xfrm>
          <a:prstGeom prst="roundRect">
            <a:avLst/>
          </a:prstGeom>
          <a:solidFill>
            <a:srgbClr val="F0F6FD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64008" cy="44805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399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A4E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92808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D323A"/>
                </a:solidFill>
                <a:latin typeface="Arial"/>
              </a:defRPr>
            </a:pPr>
            <a:r>
              <a:t>• Add weather and event data</a:t>
            </a:r>
            <a:br/>
            <a:r>
              <a:t>• Include holiday information</a:t>
            </a:r>
            <a:br/>
            <a:r>
              <a:t>• Add traffic lag features</a:t>
            </a:r>
            <a:br/>
            <a:r>
              <a:t>• Explore advanced time-series models</a:t>
            </a:r>
            <a:br/>
            <a:r>
              <a:t>• Use larger datasets</a:t>
            </a:r>
            <a:br/>
            <a:r>
              <a:t>• Develop a forecasting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91440" cy="5943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E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E78"/>
                </a:solidFill>
                <a:latin typeface="Arial"/>
              </a:defRPr>
            </a:pPr>
            <a:r>
              <a:t>Yash Arvind  |  25SCS1003002423  |  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323A"/>
                </a:solidFill>
                <a:latin typeface="Arial"/>
              </a:defRPr>
            </a:pPr>
            <a:r>
              <a:t>•  The project developed a Machine Learning workflow for forecasting traffic volume at city junctions.</a:t>
            </a:r>
            <a:br/>
            <a:r>
              <a:t>•  Timestamp information was transformed into useful calendar and cyclical features.</a:t>
            </a:r>
            <a:br/>
            <a:r>
              <a:t>•  Random Forest achieved the best validation performance among the tested models.</a:t>
            </a:r>
            <a:br/>
            <a:r>
              <a:t>•  The final model was trained on the complete training data and used to generate test predictions.</a:t>
            </a:r>
            <a:br/>
            <a:r>
              <a:t>•  The approach can be extended with additional real-world traffic, weather, and event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2A4E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874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Yash Arvind</dc:creator>
  <cp:keywords/>
  <dc:description>generated using python-pptx</dc:description>
  <cp:lastModifiedBy>Yash Arvind</cp:lastModifiedBy>
  <cp:revision>2</cp:revision>
  <dcterms:created xsi:type="dcterms:W3CDTF">2013-01-27T09:14:16Z</dcterms:created>
  <dcterms:modified xsi:type="dcterms:W3CDTF">2026-08-27T18:57:57Z</dcterms:modified>
  <cp:category/>
</cp:coreProperties>
</file>